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ba223053344edf" /><Relationship Type="http://schemas.openxmlformats.org/officeDocument/2006/relationships/extended-properties" Target="/docProps/app.xml" Id="Rcd427dd9de8e4906" /><Relationship Type="http://schemas.openxmlformats.org/officeDocument/2006/relationships/officeDocument" Target="/ppt/presentation.xml" Id="R8f749f8c2ce24f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d2c667b7c848a8"/>
  </p:sldMasterIdLst>
  <p:notesMasterIdLst>
    <p:notesMasterId xmlns:r="http://schemas.openxmlformats.org/officeDocument/2006/relationships" r:id="Re263c9004b4d4bd1"/>
  </p:notesMasterIdLst>
  <p:sldIdLst>
    <p:sldId xmlns:r="http://schemas.openxmlformats.org/officeDocument/2006/relationships" id="256" r:id="R79f6df7740534d57"/>
    <p:sldId xmlns:r="http://schemas.openxmlformats.org/officeDocument/2006/relationships" id="257" r:id="Rb79d9e01db1c44a8"/>
    <p:sldId xmlns:r="http://schemas.openxmlformats.org/officeDocument/2006/relationships" id="258" r:id="R364ba18481494cc5"/>
    <p:sldId xmlns:r="http://schemas.openxmlformats.org/officeDocument/2006/relationships" id="259" r:id="R86f8f16b783343bc"/>
    <p:sldId xmlns:r="http://schemas.openxmlformats.org/officeDocument/2006/relationships" id="260" r:id="R39ebb964854a4666"/>
    <p:sldId xmlns:r="http://schemas.openxmlformats.org/officeDocument/2006/relationships" id="261" r:id="R87a267e01e09497e"/>
    <p:sldId xmlns:r="http://schemas.openxmlformats.org/officeDocument/2006/relationships" id="262" r:id="Rcaae54c52c3243ff"/>
    <p:sldId xmlns:r="http://schemas.openxmlformats.org/officeDocument/2006/relationships" id="263" r:id="R636113dfed044f0a"/>
    <p:sldId xmlns:r="http://schemas.openxmlformats.org/officeDocument/2006/relationships" id="264" r:id="Rdd829c4aa669476e"/>
    <p:sldId xmlns:r="http://schemas.openxmlformats.org/officeDocument/2006/relationships" id="265" r:id="R7df4b73ce81742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053bb38a0d47f7" /><Relationship Type="http://schemas.openxmlformats.org/officeDocument/2006/relationships/slideMaster" Target="/ppt/slideMasters/slideMaster1.xml" Id="R8ed2c667b7c848a8" /><Relationship Type="http://schemas.openxmlformats.org/officeDocument/2006/relationships/notesMaster" Target="/ppt/notesMasters/notesMaster1.xml" Id="Re263c9004b4d4bd1" /><Relationship Type="http://schemas.openxmlformats.org/officeDocument/2006/relationships/presProps" Target="/ppt/presProps.xml" Id="Ra394fe75e5f14319" /><Relationship Type="http://schemas.openxmlformats.org/officeDocument/2006/relationships/tableStyles" Target="/ppt/tableStyles.xml" Id="Re258c3536335482c" /><Relationship Type="http://schemas.openxmlformats.org/officeDocument/2006/relationships/slide" Target="/ppt/slides/slide1.xml" Id="R79f6df7740534d57" /><Relationship Type="http://schemas.openxmlformats.org/officeDocument/2006/relationships/slide" Target="/ppt/slides/slide2.xml" Id="Rb79d9e01db1c44a8" /><Relationship Type="http://schemas.openxmlformats.org/officeDocument/2006/relationships/slide" Target="/ppt/slides/slide3.xml" Id="R364ba18481494cc5" /><Relationship Type="http://schemas.openxmlformats.org/officeDocument/2006/relationships/slide" Target="/ppt/slides/slide4.xml" Id="R86f8f16b783343bc" /><Relationship Type="http://schemas.openxmlformats.org/officeDocument/2006/relationships/slide" Target="/ppt/slides/slide5.xml" Id="R39ebb964854a4666" /><Relationship Type="http://schemas.openxmlformats.org/officeDocument/2006/relationships/slide" Target="/ppt/slides/slide6.xml" Id="R87a267e01e09497e" /><Relationship Type="http://schemas.openxmlformats.org/officeDocument/2006/relationships/slide" Target="/ppt/slides/slide7.xml" Id="Rcaae54c52c3243ff" /><Relationship Type="http://schemas.openxmlformats.org/officeDocument/2006/relationships/slide" Target="/ppt/slides/slide8.xml" Id="R636113dfed044f0a" /><Relationship Type="http://schemas.openxmlformats.org/officeDocument/2006/relationships/slide" Target="/ppt/slides/slide9.xml" Id="Rdd829c4aa669476e" /><Relationship Type="http://schemas.openxmlformats.org/officeDocument/2006/relationships/slide" Target="/ppt/slides/slide10.xml" Id="R7df4b73ce81742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f0017229ac48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e180b4c0df4033" /><Relationship Type="http://schemas.openxmlformats.org/officeDocument/2006/relationships/notesMaster" Target="/ppt/notesMasters/notesMaster1.xml" Id="R74c526a9e14541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19119195204684" /><Relationship Type="http://schemas.openxmlformats.org/officeDocument/2006/relationships/notesMaster" Target="/ppt/notesMasters/notesMaster1.xml" Id="R07d93e0c200848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cf006aa62c4763" /><Relationship Type="http://schemas.openxmlformats.org/officeDocument/2006/relationships/notesMaster" Target="/ppt/notesMasters/notesMaster1.xml" Id="R26bb390db0134b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3204d1d3834718" /><Relationship Type="http://schemas.openxmlformats.org/officeDocument/2006/relationships/notesMaster" Target="/ppt/notesMasters/notesMaster1.xml" Id="R17d0796e56f448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234b40f98e47bd" /><Relationship Type="http://schemas.openxmlformats.org/officeDocument/2006/relationships/notesMaster" Target="/ppt/notesMasters/notesMaster1.xml" Id="Ra71c4406e5de4b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2c0353f4904ec0" /><Relationship Type="http://schemas.openxmlformats.org/officeDocument/2006/relationships/notesMaster" Target="/ppt/notesMasters/notesMaster1.xml" Id="R92e6f1a80fbe41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5a2fa1a5594d79" /><Relationship Type="http://schemas.openxmlformats.org/officeDocument/2006/relationships/notesMaster" Target="/ppt/notesMasters/notesMaster1.xml" Id="R147e19ea344745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b827a9ca7e4b74" /><Relationship Type="http://schemas.openxmlformats.org/officeDocument/2006/relationships/notesMaster" Target="/ppt/notesMasters/notesMaster1.xml" Id="Rd78015176f6049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99e11a09444fb5" /><Relationship Type="http://schemas.openxmlformats.org/officeDocument/2006/relationships/notesMaster" Target="/ppt/notesMasters/notesMaster1.xml" Id="Ra24b98baffc340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1d9103f7d1452f" /><Relationship Type="http://schemas.openxmlformats.org/officeDocument/2006/relationships/notesMaster" Target="/ppt/notesMasters/notesMaster1.xml" Id="R0f9d1d7d527143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b0b67be9c49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56875a2c8147e1" /><Relationship Type="http://schemas.openxmlformats.org/officeDocument/2006/relationships/slideLayout" Target="/ppt/slideLayouts/slideLayout1.xml" Id="R1fbc7ade967b4a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bc7ade967b4a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453178120498b" /><Relationship Type="http://schemas.openxmlformats.org/officeDocument/2006/relationships/image" Target="/ppt/media/image.png" Id="R39b1c708b71a444e" /><Relationship Type="http://schemas.openxmlformats.org/officeDocument/2006/relationships/notesSlide" Target="/ppt/notesSlides/notesSlide1.xml" Id="R0897aa08a67d4f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2aeaf003f41ee" /><Relationship Type="http://schemas.openxmlformats.org/officeDocument/2006/relationships/notesSlide" Target="/ppt/notesSlides/notesSlide2.xml" Id="Rf268a497e84f40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b3d2de9024c17" /><Relationship Type="http://schemas.openxmlformats.org/officeDocument/2006/relationships/notesSlide" Target="/ppt/notesSlides/notesSlide3.xml" Id="Rf23c33a996d94c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0b7cfece94953" /><Relationship Type="http://schemas.openxmlformats.org/officeDocument/2006/relationships/notesSlide" Target="/ppt/notesSlides/notesSlide4.xml" Id="R444c8425b07b4d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def08055e41a6" /><Relationship Type="http://schemas.openxmlformats.org/officeDocument/2006/relationships/notesSlide" Target="/ppt/notesSlides/notesSlide5.xml" Id="Rf28910df6cfc4e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1ecafef0d43c1" /><Relationship Type="http://schemas.openxmlformats.org/officeDocument/2006/relationships/notesSlide" Target="/ppt/notesSlides/notesSlide6.xml" Id="R5e8f340451704d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4bec0cc4548c2" /><Relationship Type="http://schemas.openxmlformats.org/officeDocument/2006/relationships/notesSlide" Target="/ppt/notesSlides/notesSlide7.xml" Id="R26edaf3121574e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0dabb61204caf" /><Relationship Type="http://schemas.openxmlformats.org/officeDocument/2006/relationships/notesSlide" Target="/ppt/notesSlides/notesSlide8.xml" Id="R363aaba1c0034b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fb78cbe094dd3" /><Relationship Type="http://schemas.openxmlformats.org/officeDocument/2006/relationships/notesSlide" Target="/ppt/notesSlides/notesSlide9.xml" Id="Rb475c3bfc7f045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55473fbce4c1c" /><Relationship Type="http://schemas.openxmlformats.org/officeDocument/2006/relationships/notesSlide" Target="/ppt/notesSlides/notesSlide10.xml" Id="R5d7b5bf5e6974e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1c708b71a444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FE92D-9FB1-40B5-ABAC-2022BB71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D5A55-E3DE-4326-AE5C-F98B3FE3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8293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00000">
              <a:alpha val="68000"/>
            </a:srgbClr>
          </a:solidFill>
          <a:ln xmlns:a="http://schemas.openxmlformats.org/drawingml/2006/main" w="11430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51671-5EA1-42BD-9D00-767108BE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DBFE"/>
                </a:solidFill>
              </a:defRPr>
            </a:pPr>
            <a:r>
              <a:rPr sz="1050" b="1">
                <a:solidFill>
                  <a:srgbClr val="BFDBFE"/>
                </a:solidFill>
              </a:rPr>
              <a:t>ALPACA AI TRADING AGENTS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2F0C7-2837-4813-AC04-20B0B7C2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Algo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3AA94-0DA7-4597-AD54-49C70AE3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448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5E7EB"/>
                </a:solidFill>
              </a:defRPr>
            </a:pPr>
            <a:r>
              <a:rPr sz="1500" b="1">
                <a:solidFill>
                  <a:srgbClr val="E5E7EB"/>
                </a:solidFill>
              </a:rPr>
              <a:t>Autonomous Trading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738D9-E55E-4EF9-B38D-DBF930EE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C5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2C46A-1AB0-44F6-AA4D-DB69A719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959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3C5FD"/>
                </a:solidFill>
              </a:defRPr>
            </a:pPr>
            <a:r>
              <a:rPr sz="1050" b="1">
                <a:solidFill>
                  <a:srgbClr val="93C5FD"/>
                </a:solidFill>
              </a:rPr>
              <a:t>Default mode: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FC9C8-7C49-42A6-95AC-89AE2466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82930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EFA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8707A-BB15-48EA-A402-445C0A88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9597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6EFAC"/>
                </a:solidFill>
              </a:defRPr>
            </a:pPr>
            <a:r>
              <a:rPr sz="1050" b="1">
                <a:solidFill>
                  <a:srgbClr val="86EFAC"/>
                </a:solidFill>
              </a:rPr>
              <a:t>AI cannot bypass policy</a:t>
            </a:r>
          </a:p>
        </p:txBody>
      </p:sp>
    </p:spTree>
    <p:extLst>
      <p:ext uri="{BB962C8B-B14F-4D97-AF65-F5344CB8AC3E}">
        <p14:creationId xmlns:p14="http://schemas.microsoft.com/office/powerpoint/2010/main" val="19403480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7F45B-4A69-44F9-AD2E-79F5FB5F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E96B4-687C-46BA-927C-E409BC51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ALPACA AI TRADING AGENTS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73590-2E68-45CA-BE8B-E68BEAEB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Trading agents need judgment and hard safety rails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D258E-1C3E-4033-BFC2-3054C88F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1A410-D1DE-4CD6-A502-F2201754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76859-EB5C-41B9-938C-1C6D1ACE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The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CA45F-E161-4032-B6F3-3AB2199C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27813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A model can sound confident while using stale quotes, poor regime context, wide spreads, or overextended entries.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4CD57-BB19-4963-B215-A51C5B9E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76C81-4F54-4609-92BC-34BBFE41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00254-6608-425A-A8F1-67F6E858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The opportunity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D342B-FE72-425D-A418-4ABDCF55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43200"/>
            <a:ext cx="27813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AI is useful when it structures reasoning, challenges the trade, and explains its decision trace for a human reviewer.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CE7FA-682F-473C-BA75-1A6965D0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3848E-277D-430A-8549-48999496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BAB1E-65A7-4A90-9FE3-2B65F417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Our 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C7C42-9E58-4AAB-A521-E44AF20E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43200"/>
            <a:ext cx="27813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Algo lets agents propose and critique, but deterministic policy has final authority before any Alpaca order route.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4CA19-5F94-4C7D-A0C6-20F59333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Algo - Self-Improving Autonomous Trading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C88E5-5091-42E4-BF50-6C467A62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62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0014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1B96D6-C4DF-4A58-995F-A6AD3B75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7E297-0921-4271-96AB-88C78021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ALPACA AI TRADING AGENTS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19C3B-67BE-492D-9AEF-DE89A490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Multi-agent pipeline with deterministic execution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36E23-B250-4786-B02D-C2C52D90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695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D2B56-946A-41B8-BC94-54802DC1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955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Market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7C969-ECE8-41A3-8010-81044FE4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3241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CA3AF"/>
                </a:solidFill>
              </a:defRPr>
            </a:pPr>
            <a:r>
              <a:rPr sz="165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A84E7-4421-46CE-956A-0D91E01D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52650"/>
            <a:ext cx="1695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D2139-66C6-45BD-BF58-03C294AC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955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Regime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53029-7DB1-4EC5-8332-41273179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241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CA3AF"/>
                </a:solidFill>
              </a:defRPr>
            </a:pPr>
            <a:r>
              <a:rPr sz="165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122C8-C9DF-4B7D-AC52-E0CC9A99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695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8F496-AB02-4B5D-BE4D-F4FB83D2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955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Strategy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81E3B-BA9A-4CC2-92AC-B01D02CC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241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CA3AF"/>
                </a:solidFill>
              </a:defRPr>
            </a:pPr>
            <a:r>
              <a:rPr sz="165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9F5E7-0542-461B-924E-6B7CD4B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1695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07AD1-EF3E-4828-AF77-31AA3F03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955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Critic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85365-7BB8-40A1-B022-35F07576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3241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CA3AF"/>
                </a:solidFill>
              </a:defRPr>
            </a:pPr>
            <a:r>
              <a:rPr sz="165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DA089-281E-4215-BC74-2B38D4B8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1695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A06EF-6A7A-4C60-8FCF-8611313D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955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Risk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7545F-4B41-4ED5-BF73-96EED8A5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0"/>
            <a:ext cx="1695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3B2A8-7703-44DE-9AF9-91067143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6237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Policy 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C2EE2A-7C6A-4F58-8F24-90365FF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909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CA3AF"/>
                </a:solidFill>
              </a:defRPr>
            </a:pPr>
            <a:r>
              <a:rPr sz="165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6742AD-4F20-4869-92AF-8DFAAE03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1695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66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14F5B4-7AC9-4D80-A715-D58F454A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6237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9669"/>
                </a:solidFill>
              </a:defRPr>
            </a:pPr>
            <a:r>
              <a:rPr sz="1200" b="1">
                <a:solidFill>
                  <a:srgbClr val="059669"/>
                </a:solidFill>
              </a:rPr>
              <a:t>Execution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3946D-E798-4B3A-AE97-ADFCABBA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909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CA3AF"/>
                </a:solidFill>
              </a:defRPr>
            </a:pPr>
            <a:r>
              <a:rPr sz="165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D0032-0846-4BD0-BF70-879FA507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1695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5FE89-2E6D-41F7-9B8A-5A79383A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6237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Alpaca Paper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8E9B4-7CC1-4CE8-BF9C-8D9C1D38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7909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CA3AF"/>
                </a:solidFill>
              </a:defRPr>
            </a:pPr>
            <a:r>
              <a:rPr sz="165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03C58E-A0C9-4068-9B82-6A0028A0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1695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5C9E30-8654-4D45-9DD6-75A6717D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6237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Post-Trade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8136E2-69E8-4055-BAC5-241F0F59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19700"/>
            <a:ext cx="918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Every hop exchanges structured dataclasses. No free-form model output is allowed to place orders.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F541B7-1682-4153-A816-B16B00A4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Algo - Self-Improving Autonomous Trading Agent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3C32FF-812C-4D3D-9DC8-B55CD4F2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62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9903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02984-A7DB-40D5-83C6-B0946BB3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16BA1-141E-41B1-B23A-4BC25318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ALPACA AI TRADING AGENTS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C0399-E810-4B5C-89D7-6E8377F5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AI proposes. Policy decides. Broker confirms.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6D011-807E-40FF-B938-BFEB3776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3337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2B827-D008-44A6-AC3E-B2DF4D42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71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8AF49-EB94-4031-946E-7C6D0B0E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Agent proposal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2C97F-7958-404D-A92D-5C436072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8384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BUY AAPL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confidence: 1.00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strategy: VWAP_BREAKOUT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critic: PASS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risk agent: 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B8848-5263-4B6D-A67C-8A2901EB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33337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45F9A-97B7-43D7-9A68-7A33F1CE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571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E9BAB-1A22-4E1F-A0FE-437D071E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47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Deterministic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823B2-5AE0-4B27-AE8C-1D6C9F5D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86050"/>
            <a:ext cx="28384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REJECTED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reason: daily_loss_limit_reached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reason: stale_quote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reason: duplicate_proposal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A38B9-779F-4BD6-9D62-D6D45224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33337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61AC4-00F0-40D3-9DB2-8C6AA47F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571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2C4CC-0F1F-45FD-B521-9084C695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Execution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82415-24C9-498E-B497-3DB970AC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8384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BLOCKED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No broker order ID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No claim of execution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Full rejection trace logged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93092-4EDA-4D34-991D-63065AD2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Algo - Self-Improving Autonomous Trading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4110B-012B-4B1C-B9A6-9941ED9B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62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9117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EA9FB-8231-423A-A550-8062A936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FBC3E-381F-4902-9773-DF68836D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ALPACA AI TRADING AGENTS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09EF5-1B30-4770-894D-448CAAC9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Self-improvement without rewriting trading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4E1CA-8AD8-4709-B3D6-EEFD21F5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2004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09AAA-0B85-44D8-B5C1-257CFEB2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5F45B-2957-49B2-8EE0-1F313BF6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Trade Memory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3FF08-25A8-422D-A889-E40516D0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7051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SQLite stores proposals, critic reviews, policy decisions, executions, closed trades, and post-trade reviews.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56BBD-1344-4B3F-8F60-276905E7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38350"/>
            <a:ext cx="32004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F199E-920B-4D16-8428-E70AF805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38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6ABD0-ABA7-4BE4-A7E3-C9285198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479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Post-Trade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50942-07BB-4DDC-BA65-6352DBF2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86050"/>
            <a:ext cx="27051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Compares expected vs. actual behavior: entry quality, regime shift, MFE, MAE, holding time, and lesson.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BC3CF-5091-464C-AE81-26B8E9C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32004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E201C-1CAB-4780-BB4D-8FE17355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884E0-1BC6-4C35-B7C7-116655CB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Strategy 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D6FFD-1E26-44AE-9839-9451D081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86050"/>
            <a:ext cx="27051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Future proposals consume performance by strategy and regime to adjust confidence, ranking, eligibility, and filtering.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71636-E701-47A8-B047-0AC87B86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Algo - Self-Improving Autonomous Trading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9F184-9DBC-4555-8F1A-C009864C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62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05442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816B59-4403-49D8-9908-D676A181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3E0FA-B985-440F-AA3E-88B2A500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ALPACA AI TRADING AGENTS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2BE0F-7161-45FA-A601-4147F6F2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Dashboard shows the four judging signals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88B1D-0C20-45A8-A82F-2F0AE26C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53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2B9F6-1E1B-4B7F-8C5E-D665E0A9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2AAFE-26A1-4D3C-BD43-50024D45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Autonomous reasoning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E16BE-1CBF-4EB4-AD24-06EB31A4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Why did Algo consider this trade?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6BBCB-8390-4D2E-83BB-3844BE84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4953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C82B3-9CAA-4247-9F44-BE5AC5BA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C3363-F0C7-4B57-B7B3-C366C338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4790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Self-criticism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70205-3F95-49DF-BA13-38A0E91F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8605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Why might this trade be wrong?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28702-E9C4-461B-95B6-BF5C066B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953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CD2BE-4659-43F7-ADA6-F311AB11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DEF8D-ECA6-45AB-B532-44FA0FC6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Deterministic safety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F2986-26EB-4628-80A6-21E74BC7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AI wanted the trade. Policy engine blocked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6A5FA-0ACA-4DB2-B895-B2083B83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95700"/>
            <a:ext cx="4953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8C291-9419-4ADF-BA93-A7D9AE62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957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072A1-B460-4588-8CBE-DF9ACFAB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0525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Learning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5B951-A194-4F12-BA19-CBA006BA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What did Algo learn from previous trades?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21114-B93A-474F-90B8-D6FCE171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Algo - Self-Improving Autonomous Trading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7AF99-4C67-4323-9040-45E85444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62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65945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AB24F-983F-4D3B-A091-0EF62BA2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FDBA1-8393-4BB7-81DC-B186E29F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ALPACA AI TRADING AGENTS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78F5E-7B40-42D2-B2F0-5A9DD919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Demo mode proves the full loop without live trading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752EC-BAA0-441E-BD6E-B9376276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3337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A1E05-D999-4F72-9B63-1D0F90D0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71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6FC7A-7C5B-48D3-8F53-5650DD26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Scenario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06D77-1DAD-4910-8080-6A70B6B0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8384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NVDA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TREND_UP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VWAP_BREAKOUT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Critic PASS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Policy PASS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Execution PAPER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A8572-8B2A-419F-B6C6-B4DF9CA0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33337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D44A1-9317-40BB-B78D-2212A3DB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571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F87D7-4E08-4464-B3A4-65EA2613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47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Scenario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F2849-5385-4349-9C91-AEAD3272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86050"/>
            <a:ext cx="28384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TSLA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CHOP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BUY proposed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Critic REJECT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Reason: entry too extended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Execution BLOCKED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ACFE1-F169-4155-BD69-9BACA15F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33337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310FC-FDFB-4EF2-B656-5F146C34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571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F3BA3-6C22-4D83-8730-2603D6B8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Scenario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015CD-54A3-4380-A988-022D0700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8384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AAPL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BUY proposed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Critic PASS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Risk PASS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Policy REJECT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Reason: daily loss locked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AA91E-2CA7-47A1-8D2C-133F30E2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Algo - Self-Improving Autonomous Trading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33CF6-58B7-4326-ABB0-3CEAACFF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62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48699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F865E-AEAB-4805-A851-4010541D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297BF-BAB1-4111-8EC8-89EF6C26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ALPACA AI TRADING AGENTS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17141-7360-45A4-AF03-AE7DFA05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Run commands for judges and reviewers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A04E0-5BFB-4867-818E-F78E4648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1816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7F65F-C98A-4CBE-8B23-5C1C0092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7A691-BD16-42E9-8B38-B819E579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468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7BB04-3AD1-44F3-A187-BB0721AB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6863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bin/algo hackathon demo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bin/algo agent evaluate NVDA --dry-run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bin/algo agent watch NVDA AAPL TSLA --dry-run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python scripts/run_alpaca_loop.py --paper --user paper_bot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FF4E5-6ECD-4887-8D94-870A6BB2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51816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AFBA4-2EA4-4BD7-AE20-1C42843C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73B7B-7000-4158-9E1A-14ED0A61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68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9FE36-B748-4B91-AA4E-E8B9FE13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6863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API: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ALGOSPHERE_LOCAL_SQLITE=1 python scripts/run_api.py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Frontend: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cd frontend &amp;&amp; npm run dev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Open:</a:t>
            </a:r>
          </a:p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http://127.0.0.1:5173/agents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7709A-E998-49C2-B1FD-A0946B39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Algo - Self-Improving Autonomous Trading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94B4B-0735-4CA6-8EFD-DE1936B5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62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961751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0E7CB-01F8-4C58-9C0B-70D1BBF5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37962-EB63-4493-BA32-32948A8A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ALPACA AI TRADING AGENTS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6D5CF-276E-419A-A761-76DAA581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Built as an extension of the existing Algo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78CBA-F54F-46C2-8CD8-CCF82074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2004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65C61-2B09-42D0-8496-34F2885A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142CD-2935-485B-BC8B-FDBB9AAE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Reused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50F48-D6DC-4AB0-B1E4-EE815650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7051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Alpaca integration, market/session handling, signals, portfolio state, risk controls, quote validation, review flow, logging, and tests.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AFEDC-42FB-4151-84FF-D4F3CE32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38350"/>
            <a:ext cx="32004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500D8-59C9-4EFD-BA13-A008D170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38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9E641-C1BB-481D-BC42-02DF3109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479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Added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45323-7438-4429-8250-0B452A25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86050"/>
            <a:ext cx="27051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Agents, structured schemas, orchestrator, disabled/default LLM provider, memory, MCP adapter, demo scenarios, CLI commands, dashboard panels.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621BC-2D97-4687-8A44-B5939348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32004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171E1-03D6-4A4A-A414-E701F5CB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99F0F-2F98-4316-9EE0-647C5E84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Protected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CC114-ACCC-4668-BA5F-4739E50C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86050"/>
            <a:ext cx="27051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Paper trading is the default. Live interlocks remain intact. Malformed LLM output, stale quotes, and duplicate proposals block trades.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0652B-854F-40B7-9CBA-EB76BD0B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Algo - Self-Improving Autonomous Trading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254B4-38ED-4512-ACD1-2487BE15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62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385552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81818-EE54-4BEE-8FF2-FEAD314B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E716B-B4F1-4594-90A3-FE1180AA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ALPACA AI TRADING AGENTS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41E7C-7D98-4A49-928C-94996312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What comes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CC010-A825-4841-8B15-84F7B022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1816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7F2BB-FA87-4216-9958-915823D7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11453-3A30-4111-8F2D-855BD9E2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468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Hackathon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FD4F8-FD38-474F-8589-20D9F0A3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6863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Working prototype, GitHub repository, cover image, video demo, and this editable pitch deck are ready to package.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9492C-28CB-406E-BA13-2D3AC47C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51816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550B5-794E-4D44-8A9A-978F181A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37362-5AA0-4997-873C-F9378705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68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Next improvements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FFDF9-2466-4264-9ADB-A087B58C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6863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Wire Alpaca MCP credentials, record live screen demo, add more strategy memories, and enrich dashboard charts from completed paper trades.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9B63D-3715-4879-BEBC-29EDAFD7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816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Algo makes the safety story visible: autonomous reasoning, self-criticism, deterministic control, and learning.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7DD6B-1EBC-4F55-83E1-684B8E2E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Algo - Self-Improving Autonomous Trading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78931-FAF2-4692-9F73-48870DCC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62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7327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2026-08-28T20:07:17.8660000Z</dcterms:created>
  <dcterms:modified xsi:type="dcterms:W3CDTF">2026-08-28T20:07:17.8660000Z</dcterms:modified>
</coreProperties>
</file>